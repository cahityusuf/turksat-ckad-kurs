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Ağırlık (%)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Design &amp; Build</c:v>
                  </c:pt>
                  <c:pt idx="1">
                    <c:v>Deployment</c:v>
                  </c:pt>
                  <c:pt idx="2">
                    <c:v>Env/Config/Sec</c:v>
                  </c:pt>
                  <c:pt idx="3">
                    <c:v>Services &amp; Net</c:v>
                  </c:pt>
                  <c:pt idx="4">
                    <c:v>Obs &amp; Maint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20</c:v>
                </c:pt>
                <c:pt idx="2">
                  <c:v>25</c:v>
                </c:pt>
                <c:pt idx="3">
                  <c:v>20</c:v>
                </c:pt>
                <c:pt idx="4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https://images.credly.com/images/f88d800c-5261-45c6-9515-0458e31c3e16/twitter_thumb_201604_ckad_from_cncfsite.png
- https://www.cncf.io/training/certification/ckad/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https://www.cncf.io/training/certification/ckad/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slaytta domain ağırlığı ve domain adları CNCF CKAD resmi sayfasına göre verilmiştir.
[Sources]
- https://www.cncf.io/training/certification/ckad/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slaytta domain ağırlığı ve domain adları CNCF CKAD resmi sayfasına göre verilmiştir.
[Sources]
- https://www.cncf.io/training/certification/ckad/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slaytta domain ağırlığı ve domain adları CNCF CKAD resmi sayfasına göre verilmiştir.
[Sources]
- https://www.cncf.io/training/certification/ckad/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slaytta domain ağırlığı ve domain adları CNCF CKAD resmi sayfasına göre verilmiştir.
[Sources]
- https://www.cncf.io/training/certification/ckad/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slaytta domain ağırlığı ve domain adları CNCF CKAD resmi sayfasına göre verilmiştir.
[Sources]
- https://www.cncf.io/training/certification/ckad/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slayttaki “opsiyonel” notu, CKAD resmi domain başlıkları/kompetans listesinde bu terimlerin doğrudan yer almamasına dayanır.
[Sources]
- https://www.cncf.io/training/certification/ckad/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file:///Users/cahityusufkafadar/Documents/Kurs/Kurs/CKAD/Dersler/CKAD_Ders_01_Pod.pdf" TargetMode="External"/><Relationship Id="rId2" Type="http://schemas.openxmlformats.org/officeDocument/2006/relationships/hyperlink" Target="file:///Users/cahityusufkafadar/Documents/Kurs/Kurs/CKAD/Dersler/CKAD_Ders_04_Namespace.pdf" TargetMode="External"/><Relationship Id="rId3" Type="http://schemas.openxmlformats.org/officeDocument/2006/relationships/hyperlink" Target="file:///Users/cahityusufkafadar/Documents/Kurs/Kurs/CKAD/Dersler/CKAD_Ders_05_Commands_and_Arguments.pdf" TargetMode="External"/><Relationship Id="rId4" Type="http://schemas.openxmlformats.org/officeDocument/2006/relationships/hyperlink" Target="file:///Users/cahityusufkafadar/Documents/Kurs/Kurs/CKAD/Dersler/CKAD_Ders_13_multi_container_pods.pdf" TargetMode="External"/><Relationship Id="rId5" Type="http://schemas.openxmlformats.org/officeDocument/2006/relationships/hyperlink" Target="file:///Users/cahityusufkafadar/Documents/Kurs/Kurs/CKAD/Dersler/CKAD_Ders_16_init_containers.pdf" TargetMode="External"/><Relationship Id="rId6" Type="http://schemas.openxmlformats.org/officeDocument/2006/relationships/hyperlink" Target="file:///Users/cahityusufkafadar/Documents/Kurs/Kurs/CKAD/Dersler/CKAD_Ders_19_jobs_and_cronjobs.pdf" TargetMode="External"/><Relationship Id="rId7" Type="http://schemas.openxmlformats.org/officeDocument/2006/relationships/hyperlink" Target="file:///Users/cahityusufkafadar/Documents/Kurs/Kurs/CKAD/Dersler/CKAD_Ders_24_persistent_volumes_pv_pvc.pdf" TargetMode="External"/><Relationship Id="rId8" Type="http://schemas.openxmlformats.org/officeDocument/2006/relationships/hyperlink" Target="file:///Users/cahityusufkafadar/Documents/Kurs/Kurs/CKAD/Dersler/CKAD_Ders_25_storageclass.pdf" TargetMode="External"/><Relationship Id="rId9" Type="http://schemas.openxmlformats.org/officeDocument/2006/relationships/hyperlink" Target="file:///Users/cahityusufkafadar/Documents/Kurs/Kurs/CKAD/Dersler/CKAD_Ders_27_docker_temel.pdf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file:///Users/cahityusufkafadar/Documents/Kurs/Kurs/CKAD/Dersler/CKAD_Ders_02_ReplicaSet.pdf" TargetMode="External"/><Relationship Id="rId2" Type="http://schemas.openxmlformats.org/officeDocument/2006/relationships/hyperlink" Target="file:///Users/cahityusufkafadar/Documents/Kurs/Kurs/CKAD/Dersler/CKAD_Ders_03_Deployment.pdf" TargetMode="External"/><Relationship Id="rId3" Type="http://schemas.openxmlformats.org/officeDocument/2006/relationships/hyperlink" Target="file:///Users/cahityusufkafadar/Documents/Kurs/Kurs/CKAD/Dersler/CKAD_Ders_18_rolling_update_rollback.pdf" TargetMode="External"/><Relationship Id="rId4" Type="http://schemas.openxmlformats.org/officeDocument/2006/relationships/hyperlink" Target="file:///Users/cahityusufkafadar/Documents/Kurs/Kurs/CKAD/Dersler/CKAD_Ders_26_helm.pdf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file:///Users/cahityusufkafadar/Documents/Kurs/Kurs/CKAD/Dersler/CKAD_Ders_06_configmap.pdf" TargetMode="External"/><Relationship Id="rId2" Type="http://schemas.openxmlformats.org/officeDocument/2006/relationships/hyperlink" Target="file:///Users/cahityusufkafadar/Documents/Kurs/Kurs/CKAD/Dersler/CKAD_Ders_07_secrets.pdf" TargetMode="External"/><Relationship Id="rId3" Type="http://schemas.openxmlformats.org/officeDocument/2006/relationships/hyperlink" Target="file:///Users/cahityusufkafadar/Documents/Kurs/Kurs/CKAD/Dersler/CKAD_Ders_08_security_contexts.pdf" TargetMode="External"/><Relationship Id="rId4" Type="http://schemas.openxmlformats.org/officeDocument/2006/relationships/hyperlink" Target="file:///Users/cahityusufkafadar/Documents/Kurs/Kurs/CKAD/Dersler/CKAD_Ders_09_resource_limits_requests_limits.pdf" TargetMode="External"/><Relationship Id="rId5" Type="http://schemas.openxmlformats.org/officeDocument/2006/relationships/hyperlink" Target="file:///Users/cahityusufkafadar/Documents/Kurs/Kurs/CKAD/Dersler/CKAD_Ders_10_service_account.pdf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file:///Users/cahityusufkafadar/Documents/Kurs/Kurs/CKAD/Dersler/CKAD_Ders_17_labels_and_selectors.pdf" TargetMode="External"/><Relationship Id="rId2" Type="http://schemas.openxmlformats.org/officeDocument/2006/relationships/hyperlink" Target="file:///Users/cahityusufkafadar/Documents/Kurs/Kurs/CKAD/Dersler/CKAD_Ders_20_kubernetes_service.pdf" TargetMode="External"/><Relationship Id="rId3" Type="http://schemas.openxmlformats.org/officeDocument/2006/relationships/hyperlink" Target="file:///Users/cahityusufkafadar/Documents/Kurs/Kurs/CKAD/Dersler/CKAD_Ders_21_network_policies.pdf" TargetMode="External"/><Relationship Id="rId4" Type="http://schemas.openxmlformats.org/officeDocument/2006/relationships/hyperlink" Target="file:///Users/cahityusufkafadar/Documents/Kurs/Kurs/CKAD/Dersler/CKAD_Ders_22_ingress_networking.pdf" TargetMode="External"/><Relationship Id="rId5" Type="http://schemas.openxmlformats.org/officeDocument/2006/relationships/hyperlink" Target="file:///Users/cahityusufkafadar/Documents/Kurs/Kurs/CKAD/Dersler/CKAD_Ders_23_gateway_api_gateway_ve_httproute.pdf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file:///Users/cahityusufkafadar/Documents/Kurs/Kurs/CKAD/Dersler/CKAD_Ders_14_readiness_probes.pdf" TargetMode="External"/><Relationship Id="rId2" Type="http://schemas.openxmlformats.org/officeDocument/2006/relationships/hyperlink" Target="file:///Users/cahityusufkafadar/Documents/Kurs/Kurs/CKAD/Dersler/CKAD_Ders_15_logging.pdf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file:///Users/cahityusufkafadar/Documents/Kurs/Kurs/CKAD/Dersler/CKAD_Ders_11_taints_and_tolerations.pdf" TargetMode="External"/><Relationship Id="rId2" Type="http://schemas.openxmlformats.org/officeDocument/2006/relationships/hyperlink" Target="file:///Users/cahityusufkafadar/Documents/Kurs/Kurs/CKAD/Dersler/CKAD_Ders_12_node_affinity.pdf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CKAD — Ders Dokümantasyon Linkleri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Sınav ağırlıklarına göre gruplandırılmış</a:t>
            </a:r>
            <a:endParaRPr lang="en-US" sz="1200" dirty="0"/>
          </a:p>
        </p:txBody>
      </p:sp>
      <p:pic>
        <p:nvPicPr>
          <p:cNvPr id="5" name="Image 0" descr="/mnt/data/ckad_ba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841248"/>
            <a:ext cx="1828800" cy="1828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234440"/>
            <a:ext cx="8961120" cy="141732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417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Dosyalarınızın bulunduğu klasör: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17830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/Users/cahityusufkafadar/Documents/Kurs/Kurs/CKAD/Dersler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28803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İpucu: Sunumdaki linkler yerel dosyalara (file://) yönlenir. Aynı klasör yapısı farklı bir bilgisayarda yoksa linkler çalışmayabilir.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520440"/>
            <a:ext cx="11091672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370332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sunumda ne var?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68680" y="4069080"/>
            <a:ext cx="10241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CKAD sınav domain ağırlıkları (resmi yüzdeler)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 domain için ilgili ders PDF linkleri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Ek (opsiyonel) konular için ayrı bölüm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6601968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CNCF CKAD domain &amp; ağırlıkları (resmi)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CKAD Sınav Domain Ağırlıkları (Resmi)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yüzdelere göre dokümanlar bir sonraki slaytlarda gruplanmıştır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5669280" cy="438912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6128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1612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490472"/>
            <a:ext cx="56692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60020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Design and Build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929384"/>
            <a:ext cx="5669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03911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Deployment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03911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368296"/>
            <a:ext cx="56692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478024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Environment, Configuration and Security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47802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807208"/>
            <a:ext cx="5669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916936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and Networking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91693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56692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355848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Observability and Maintenance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35584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graphicFrame>
        <p:nvGraphicFramePr>
          <p:cNvPr id="23" name="Chart 0" descr=""/>
          <p:cNvGraphicFramePr/>
          <p:nvPr/>
        </p:nvGraphicFramePr>
        <p:xfrm>
          <a:off x="6446520" y="1051560"/>
          <a:ext cx="5742432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4" name="Text 21"/>
          <p:cNvSpPr/>
          <p:nvPr/>
        </p:nvSpPr>
        <p:spPr>
          <a:xfrm>
            <a:off x="548640" y="598932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Domain yüzdeleri resmi CKAD müfredatından alınmıştır.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6" name="Text 23"/>
          <p:cNvSpPr/>
          <p:nvPr/>
        </p:nvSpPr>
        <p:spPr>
          <a:xfrm>
            <a:off x="548640" y="6601968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Kaynak: CNCF CKAD — Domain &amp; Weight tablosu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Design and Build (20%)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Döküman linkleri (yerel dosyalar)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91672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188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Tıklanabilir linkler:</a:t>
            </a:r>
            <a:endParaRPr lang="en-US" sz="14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868680" y="1554480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Pod — CKAD_Ders_01_Pod.pdf</a:t>
            </a:r>
            <a:endParaRPr lang="en-US" sz="14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868680" y="1865376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Namespace — CKAD_Ders_04_Namespace.pdf</a:t>
            </a:r>
            <a:endParaRPr lang="en-US" sz="1400" dirty="0"/>
          </a:p>
        </p:txBody>
      </p:sp>
      <p:sp>
        <p:nvSpPr>
          <p:cNvPr id="9" name="Text 7">
            <a:hlinkClick r:id="rId3" tooltip=""/>
          </p:cNvPr>
          <p:cNvSpPr/>
          <p:nvPr/>
        </p:nvSpPr>
        <p:spPr>
          <a:xfrm>
            <a:off x="868680" y="2176272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Commands &amp; Arguments — CKAD_Ders_05_Commands_and_Arguments.pdf</a:t>
            </a:r>
            <a:endParaRPr lang="en-US" sz="1400" dirty="0"/>
          </a:p>
        </p:txBody>
      </p:sp>
      <p:sp>
        <p:nvSpPr>
          <p:cNvPr id="10" name="Text 8">
            <a:hlinkClick r:id="rId4" tooltip=""/>
          </p:cNvPr>
          <p:cNvSpPr/>
          <p:nvPr/>
        </p:nvSpPr>
        <p:spPr>
          <a:xfrm>
            <a:off x="868680" y="2487168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Multi-Container Pods — CKAD_Ders_13_multi_container_pods.pdf</a:t>
            </a:r>
            <a:endParaRPr lang="en-US" sz="1400" dirty="0"/>
          </a:p>
        </p:txBody>
      </p:sp>
      <p:sp>
        <p:nvSpPr>
          <p:cNvPr id="11" name="Text 9">
            <a:hlinkClick r:id="rId5" tooltip=""/>
          </p:cNvPr>
          <p:cNvSpPr/>
          <p:nvPr/>
        </p:nvSpPr>
        <p:spPr>
          <a:xfrm>
            <a:off x="868680" y="2798064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Init Containers — CKAD_Ders_16_init_containers.pdf</a:t>
            </a:r>
            <a:endParaRPr lang="en-US" sz="1400" dirty="0"/>
          </a:p>
        </p:txBody>
      </p:sp>
      <p:sp>
        <p:nvSpPr>
          <p:cNvPr id="12" name="Text 10">
            <a:hlinkClick r:id="rId6" tooltip=""/>
          </p:cNvPr>
          <p:cNvSpPr/>
          <p:nvPr/>
        </p:nvSpPr>
        <p:spPr>
          <a:xfrm>
            <a:off x="868680" y="3108960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Jobs &amp; CronJobs — CKAD_Ders_19_jobs_and_cronjobs.pdf</a:t>
            </a:r>
            <a:endParaRPr lang="en-US" sz="1400" dirty="0"/>
          </a:p>
        </p:txBody>
      </p:sp>
      <p:sp>
        <p:nvSpPr>
          <p:cNvPr id="13" name="Text 11">
            <a:hlinkClick r:id="rId7" tooltip=""/>
          </p:cNvPr>
          <p:cNvSpPr/>
          <p:nvPr/>
        </p:nvSpPr>
        <p:spPr>
          <a:xfrm>
            <a:off x="868680" y="3419856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Persistent Volumes (PV/PVC) — CKAD_Ders_24_persistent_volumes_pv_pvc.pdf</a:t>
            </a:r>
            <a:endParaRPr lang="en-US" sz="1400" dirty="0"/>
          </a:p>
        </p:txBody>
      </p:sp>
      <p:sp>
        <p:nvSpPr>
          <p:cNvPr id="14" name="Text 12">
            <a:hlinkClick r:id="rId8" tooltip=""/>
          </p:cNvPr>
          <p:cNvSpPr/>
          <p:nvPr/>
        </p:nvSpPr>
        <p:spPr>
          <a:xfrm>
            <a:off x="868680" y="3730752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StorageClass — CKAD_Ders_25_storageclass.pdf</a:t>
            </a:r>
            <a:endParaRPr lang="en-US" sz="1400" dirty="0"/>
          </a:p>
        </p:txBody>
      </p:sp>
      <p:sp>
        <p:nvSpPr>
          <p:cNvPr id="15" name="Text 13">
            <a:hlinkClick r:id="rId9" tooltip=""/>
          </p:cNvPr>
          <p:cNvSpPr/>
          <p:nvPr/>
        </p:nvSpPr>
        <p:spPr>
          <a:xfrm>
            <a:off x="6263640" y="1554480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Docker (Temel) — CKAD_Ders_27_docker_temel.pdf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6601968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Klasör: /Users/cahityusufkafadar/Documents/Kurs/Kurs/CKAD/Dersler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Deployment (20%)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Döküman linkleri (yerel dosyalar)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91672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188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Tıklanabilir linkler:</a:t>
            </a:r>
            <a:endParaRPr lang="en-US" sz="14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868680" y="1554480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ReplicaSet — CKAD_Ders_02_ReplicaSet.pdf</a:t>
            </a:r>
            <a:endParaRPr lang="en-US" sz="14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868680" y="1865376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Deployment — CKAD_Ders_03_Deployment.pdf</a:t>
            </a:r>
            <a:endParaRPr lang="en-US" sz="1400" dirty="0"/>
          </a:p>
        </p:txBody>
      </p:sp>
      <p:sp>
        <p:nvSpPr>
          <p:cNvPr id="9" name="Text 7">
            <a:hlinkClick r:id="rId3" tooltip=""/>
          </p:cNvPr>
          <p:cNvSpPr/>
          <p:nvPr/>
        </p:nvSpPr>
        <p:spPr>
          <a:xfrm>
            <a:off x="868680" y="2176272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Rolling Update &amp; Rollback — CKAD_Ders_18_rolling_update_rollback.pdf</a:t>
            </a:r>
            <a:endParaRPr lang="en-US" sz="1400" dirty="0"/>
          </a:p>
        </p:txBody>
      </p:sp>
      <p:sp>
        <p:nvSpPr>
          <p:cNvPr id="10" name="Text 8">
            <a:hlinkClick r:id="rId4" tooltip=""/>
          </p:cNvPr>
          <p:cNvSpPr/>
          <p:nvPr/>
        </p:nvSpPr>
        <p:spPr>
          <a:xfrm>
            <a:off x="868680" y="2487168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Helm — CKAD_Ders_26_helm.pdf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6601968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Klasör: /Users/cahityusufkafadar/Documents/Kurs/Kurs/CKAD/Dersler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Environment, Configuration and Security (25%)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Döküman linkleri (yerel dosyalar)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91672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188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Tıklanabilir linkler:</a:t>
            </a:r>
            <a:endParaRPr lang="en-US" sz="14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868680" y="1554480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ConfigMap — CKAD_Ders_06_configmap.pdf</a:t>
            </a:r>
            <a:endParaRPr lang="en-US" sz="14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868680" y="1865376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Secrets — CKAD_Ders_07_secrets.pdf</a:t>
            </a:r>
            <a:endParaRPr lang="en-US" sz="1400" dirty="0"/>
          </a:p>
        </p:txBody>
      </p:sp>
      <p:sp>
        <p:nvSpPr>
          <p:cNvPr id="9" name="Text 7">
            <a:hlinkClick r:id="rId3" tooltip=""/>
          </p:cNvPr>
          <p:cNvSpPr/>
          <p:nvPr/>
        </p:nvSpPr>
        <p:spPr>
          <a:xfrm>
            <a:off x="868680" y="2176272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Security Contexts — CKAD_Ders_08_security_contexts.pdf</a:t>
            </a:r>
            <a:endParaRPr lang="en-US" sz="1400" dirty="0"/>
          </a:p>
        </p:txBody>
      </p:sp>
      <p:sp>
        <p:nvSpPr>
          <p:cNvPr id="10" name="Text 8">
            <a:hlinkClick r:id="rId4" tooltip=""/>
          </p:cNvPr>
          <p:cNvSpPr/>
          <p:nvPr/>
        </p:nvSpPr>
        <p:spPr>
          <a:xfrm>
            <a:off x="868680" y="2487168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Resource Limits (Requests/Limits) — CKAD_Ders_09_resource_limits_requests_limits.pdf</a:t>
            </a:r>
            <a:endParaRPr lang="en-US" sz="1400" dirty="0"/>
          </a:p>
        </p:txBody>
      </p:sp>
      <p:sp>
        <p:nvSpPr>
          <p:cNvPr id="11" name="Text 9">
            <a:hlinkClick r:id="rId5" tooltip=""/>
          </p:cNvPr>
          <p:cNvSpPr/>
          <p:nvPr/>
        </p:nvSpPr>
        <p:spPr>
          <a:xfrm>
            <a:off x="868680" y="2798064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Service Account — CKAD_Ders_10_service_account.pdf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601968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Klasör: /Users/cahityusufkafadar/Documents/Kurs/Kurs/CKAD/Dersler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and Networking (20%)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Döküman linkleri (yerel dosyalar)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91672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188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Tıklanabilir linkler:</a:t>
            </a:r>
            <a:endParaRPr lang="en-US" sz="14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868680" y="1554480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Labels &amp; Selectors — CKAD_Ders_17_labels_and_selectors.pdf</a:t>
            </a:r>
            <a:endParaRPr lang="en-US" sz="14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868680" y="1865376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Kubernetes Service — CKAD_Ders_20_kubernetes_service.pdf</a:t>
            </a:r>
            <a:endParaRPr lang="en-US" sz="1400" dirty="0"/>
          </a:p>
        </p:txBody>
      </p:sp>
      <p:sp>
        <p:nvSpPr>
          <p:cNvPr id="9" name="Text 7">
            <a:hlinkClick r:id="rId3" tooltip=""/>
          </p:cNvPr>
          <p:cNvSpPr/>
          <p:nvPr/>
        </p:nvSpPr>
        <p:spPr>
          <a:xfrm>
            <a:off x="868680" y="2176272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Network Policies — CKAD_Ders_21_network_policies.pdf</a:t>
            </a:r>
            <a:endParaRPr lang="en-US" sz="1400" dirty="0"/>
          </a:p>
        </p:txBody>
      </p:sp>
      <p:sp>
        <p:nvSpPr>
          <p:cNvPr id="10" name="Text 8">
            <a:hlinkClick r:id="rId4" tooltip=""/>
          </p:cNvPr>
          <p:cNvSpPr/>
          <p:nvPr/>
        </p:nvSpPr>
        <p:spPr>
          <a:xfrm>
            <a:off x="868680" y="2487168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Ingress Networking — CKAD_Ders_22_ingress_networking.pdf</a:t>
            </a:r>
            <a:endParaRPr lang="en-US" sz="1400" dirty="0"/>
          </a:p>
        </p:txBody>
      </p:sp>
      <p:sp>
        <p:nvSpPr>
          <p:cNvPr id="11" name="Text 9">
            <a:hlinkClick r:id="rId5" tooltip=""/>
          </p:cNvPr>
          <p:cNvSpPr/>
          <p:nvPr/>
        </p:nvSpPr>
        <p:spPr>
          <a:xfrm>
            <a:off x="868680" y="2798064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Gateway API (Gateway, HTTPRoute) — CKAD_Ders_23_gateway_api_gateway_ve_httproute.pdf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6601968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Klasör: /Users/cahityusufkafadar/Documents/Kurs/Kurs/CKAD/Dersler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Observability and Maintenance (15%)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Döküman linkleri (yerel dosyalar)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91672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188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Tıklanabilir linkler:</a:t>
            </a:r>
            <a:endParaRPr lang="en-US" sz="14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868680" y="1554480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Readiness Probes — CKAD_Ders_14_readiness_probes.pdf</a:t>
            </a:r>
            <a:endParaRPr lang="en-US" sz="14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868680" y="1865376"/>
            <a:ext cx="5166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Logging — CKAD_Ders_15_logging.pdf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6601968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Klasör: /Users/cahityusufkafadar/Documents/Kurs/Kurs/CKAD/Dersler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(Opsiyonel) Konular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konular CKAD domain listesindeki başlıklarda doğrudan geçmeyebilir; pratikte faydalıdır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11091672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188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PDF linkleri:</a:t>
            </a:r>
            <a:endParaRPr lang="en-US" sz="14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868680" y="1600200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Taints &amp; Tolerations (ek/opsiyonel) — CKAD_Ders_11_taints_and_tolerations.pdf</a:t>
            </a:r>
            <a:endParaRPr lang="en-US" sz="14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868680" y="1911096"/>
            <a:ext cx="10515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Node Affinity (ek/opsiyonel) — CKAD_Ders_12_node_affinity.pdf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Cluster’da Pod’ların Pending kalması gibi durumlarda taint/toleration ve node affinity bilgisi çok işe yarar.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6601968"/>
            <a:ext cx="11155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Klasör: /Users/cahityusufkafadar/Documents/Kurs/Kurs/CKAD/Dersler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CKAD Kurs</dc:creator>
  <cp:lastModifiedBy>CKAD Kurs</cp:lastModifiedBy>
  <cp:revision>1</cp:revision>
  <dcterms:created xsi:type="dcterms:W3CDTF">2026-02-07T23:25:53Z</dcterms:created>
  <dcterms:modified xsi:type="dcterms:W3CDTF">2026-02-07T23:25:53Z</dcterms:modified>
</cp:coreProperties>
</file>